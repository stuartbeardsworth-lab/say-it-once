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layout. Replace the title and subtitle. Keep the logo as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layout. Use one between parts of a talk. Change the number and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layout. Keep to four or five short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columns layout. Good for comparisons.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steps, built on the Content layout. Copy this slide to reuse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Statement layout. One sentence, or one big number with a short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 guide. The source of truth for colours, fonts and logo use in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layout. Add a contact or next step under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y It Once - Title">
    <p:bg>
      <p:bgPr>
        <a:solidFill>
          <a:srgbClr val="20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y-it-once/392e9e2c-2c4f-5b4c-bd9a-59df6ddec877/scratchpad/logo2/say-it-once-badge-light-1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120640" y="2011680"/>
            <a:ext cx="64922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120640" y="3886200"/>
            <a:ext cx="6492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E6EFE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E6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Subtitle, audience or date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y It Once - Section">
    <p:bg>
      <p:bgPr>
        <a:solidFill>
          <a:srgbClr val="20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y-it-once/392e9e2c-2c4f-5b4c-bd9a-59df6ddec877/scratchpad/logo/say-it-once-logo-circle-light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E871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E8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788920"/>
            <a:ext cx="91440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19963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6EFE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y It Once -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y-it-once/392e9e2c-2c4f-5b4c-bd9a-59df6ddec877/scratchpad/logo2/say-it-once-logo-wide-for-light-backgrounds-21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126480"/>
            <a:ext cx="1737360" cy="413657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36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645920"/>
            <a:ext cx="11094415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or bullet points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19963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y It Once - Two column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y-it-once/392e9e2c-2c4f-5b4c-bd9a-59df6ddec877/scratchpad/logo2/say-it-once-logo-wide-for-light-backgrounds-21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126480"/>
            <a:ext cx="1737360" cy="413657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36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309360" y="1645920"/>
            <a:ext cx="530352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column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19963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y It Once - Statement">
    <p:bg>
      <p:bgPr>
        <a:solidFill>
          <a:srgbClr val="FB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y-it-once/392e9e2c-2c4f-5b4c-bd9a-59df6ddec877/scratchpad/logo2/say-it-once-logo-wide-for-light-backgrounds-21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126480"/>
            <a:ext cx="1737360" cy="413657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1280160" y="1463040"/>
            <a:ext cx="9631375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6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clear message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280160" y="4572000"/>
            <a:ext cx="963137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rgbClr val="B84F2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rgbClr val="B8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said it, or where it comes from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19963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y It Once - Closing">
    <p:bg>
      <p:bgPr>
        <a:solidFill>
          <a:srgbClr val="20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y-it-once/392e9e2c-2c4f-5b4c-bd9a-59df6ddec877/scratchpad/logo4/say-it-once-logo-stacked-tagline-for-dark-backgrounds-26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248" y="640080"/>
            <a:ext cx="7315200" cy="382641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84632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details or next step</a:t>
            </a: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19963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6EFE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120640" y="2011680"/>
            <a:ext cx="6492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 Once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120640" y="388620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E6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it, keep it together, use it when you need it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148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78892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19963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6EFE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Say It Once does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1645920"/>
            <a:ext cx="1109441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recovering from serious injury or illness record what happened, once.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Appointments, treatment, costs, letters and contacts are kept together.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makes clear reports for a solicitor, employer, the DWP or a doctor.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stays on the person’s phone. Private entries never leave 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19963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and after</a:t>
            </a:r>
            <a:endParaRPr lang="en-US" sz="3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Say It Once</a:t>
            </a:r>
            <a:endParaRPr lang="en-US" sz="18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Telling the same story again and again</a:t>
            </a:r>
            <a:endParaRPr lang="en-US" sz="18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Letters and receipts in different places</a:t>
            </a:r>
            <a:endParaRPr lang="en-US" sz="18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 filled in from memory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309360" y="16459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Say It Once</a:t>
            </a:r>
            <a:endParaRPr lang="en-US" sz="18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 once, share it when needed</a:t>
            </a:r>
            <a:endParaRPr lang="en-US" sz="18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one record</a:t>
            </a:r>
            <a:endParaRPr lang="en-US" sz="18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made in a few taps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19963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383280" cy="3566160"/>
          </a:xfrm>
          <a:prstGeom prst="roundRect">
            <a:avLst>
              <a:gd name="adj" fmla="val 4054"/>
            </a:avLst>
          </a:prstGeom>
          <a:solidFill>
            <a:srgbClr val="FBF8F5"/>
          </a:solidFill>
          <a:ln w="12700">
            <a:solidFill>
              <a:srgbClr val="FBF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rgbClr val="20433E"/>
          </a:solidFill>
          <a:ln w="12700">
            <a:solidFill>
              <a:srgbClr val="2043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718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it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319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what happened and how it affects you, in your own words.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383280" cy="3566160"/>
          </a:xfrm>
          <a:prstGeom prst="roundRect">
            <a:avLst>
              <a:gd name="adj" fmla="val 4054"/>
            </a:avLst>
          </a:prstGeom>
          <a:solidFill>
            <a:srgbClr val="FBF8F5"/>
          </a:solidFill>
          <a:ln w="12700">
            <a:solidFill>
              <a:srgbClr val="FBF8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2011680"/>
            <a:ext cx="731520" cy="731520"/>
          </a:xfrm>
          <a:prstGeom prst="ellipse">
            <a:avLst/>
          </a:prstGeom>
          <a:solidFill>
            <a:srgbClr val="20433E"/>
          </a:solidFill>
          <a:ln w="12700">
            <a:solidFill>
              <a:srgbClr val="2043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9718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8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together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9319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appointments, treatment, costs and letters as they happen.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1737360"/>
            <a:ext cx="3383280" cy="3566160"/>
          </a:xfrm>
          <a:prstGeom prst="roundRect">
            <a:avLst>
              <a:gd name="adj" fmla="val 4054"/>
            </a:avLst>
          </a:prstGeom>
          <a:solidFill>
            <a:srgbClr val="FBF8F5"/>
          </a:solidFill>
          <a:ln w="12700">
            <a:solidFill>
              <a:srgbClr val="FBF8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8200" y="2011680"/>
            <a:ext cx="731520" cy="731520"/>
          </a:xfrm>
          <a:prstGeom prst="ellipse">
            <a:avLst/>
          </a:prstGeom>
          <a:solidFill>
            <a:srgbClr val="20433E"/>
          </a:solidFill>
          <a:ln w="12700">
            <a:solidFill>
              <a:srgbClr val="2043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5820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29718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when you need it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9319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report for whoever needs it, with private entries left out.</a:t>
            </a:r>
            <a:endParaRPr lang="en-US" sz="1600" dirty="0"/>
          </a:p>
        </p:txBody>
      </p:sp>
      <p:sp>
        <p:nvSpPr>
          <p:cNvPr id="19" name="Text 0"/>
          <p:cNvSpPr/>
          <p:nvPr>
            <p:ph idx="102" type="body" hasCustomPrompt="1"/>
          </p:nvPr>
        </p:nvSpPr>
        <p:spPr>
          <a:xfrm>
            <a:off x="548640" y="1645920"/>
            <a:ext cx="1109441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19963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1280160" y="1463040"/>
            <a:ext cx="96313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only had to explain it once.”</a:t>
            </a:r>
            <a:endParaRPr lang="en-US" sz="3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280160" y="4572000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4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want every person using Say It Once to feel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19963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guide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88720" cy="603504"/>
          </a:xfrm>
          <a:prstGeom prst="roundRect">
            <a:avLst>
              <a:gd name="adj" fmla="val 12121"/>
            </a:avLst>
          </a:prstGeom>
          <a:solidFill>
            <a:srgbClr val="20433E"/>
          </a:solidFill>
          <a:ln w="9525">
            <a:solidFill>
              <a:srgbClr val="20433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920240" y="160020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 </a:t>
            </a:r>
            <a:pPr indent="0" marL="0">
              <a:buNone/>
            </a:pPr>
            <a:r>
              <a:rPr lang="en-US" sz="14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#20433E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0195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colour: backgrounds, headings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1188720" cy="603504"/>
          </a:xfrm>
          <a:prstGeom prst="roundRect">
            <a:avLst>
              <a:gd name="adj" fmla="val 12121"/>
            </a:avLst>
          </a:prstGeom>
          <a:solidFill>
            <a:srgbClr val="E8714A"/>
          </a:solidFill>
          <a:ln w="9525">
            <a:solidFill>
              <a:srgbClr val="E871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20240" y="235000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 </a:t>
            </a:r>
            <a:pPr indent="0" marL="0">
              <a:buNone/>
            </a:pPr>
            <a:r>
              <a:rPr lang="en-US" sz="14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#E8714A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65176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dot, arrows and shapes only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99816"/>
            <a:ext cx="1188720" cy="603504"/>
          </a:xfrm>
          <a:prstGeom prst="roundRect">
            <a:avLst>
              <a:gd name="adj" fmla="val 12121"/>
            </a:avLst>
          </a:prstGeom>
          <a:solidFill>
            <a:srgbClr val="B84F2D"/>
          </a:solidFill>
          <a:ln w="9525">
            <a:solidFill>
              <a:srgbClr val="B84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20240" y="309981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orange  </a:t>
            </a:r>
            <a:pPr indent="0" marL="0">
              <a:buNone/>
            </a:pPr>
            <a:r>
              <a:rPr lang="en-US" sz="14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#B84F2D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340156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words on light backgrounds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9624"/>
            <a:ext cx="1188720" cy="603504"/>
          </a:xfrm>
          <a:prstGeom prst="roundRect">
            <a:avLst>
              <a:gd name="adj" fmla="val 12121"/>
            </a:avLst>
          </a:prstGeom>
          <a:solidFill>
            <a:srgbClr val="FBF8F5"/>
          </a:solidFill>
          <a:ln w="9525">
            <a:solidFill>
              <a:srgbClr val="D9D2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20240" y="384962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  </a:t>
            </a:r>
            <a:pPr indent="0" marL="0">
              <a:buNone/>
            </a:pPr>
            <a:r>
              <a:rPr lang="en-US" sz="14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#FBF8F5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415137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backgrounds and cards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99432"/>
            <a:ext cx="1188720" cy="603504"/>
          </a:xfrm>
          <a:prstGeom prst="roundRect">
            <a:avLst>
              <a:gd name="adj" fmla="val 12121"/>
            </a:avLst>
          </a:prstGeom>
          <a:solidFill>
            <a:srgbClr val="4A5A57"/>
          </a:solidFill>
          <a:ln w="9525">
            <a:solidFill>
              <a:srgbClr val="4A5A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20240" y="459943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Slate  </a:t>
            </a:r>
            <a:pPr indent="0" marL="0">
              <a:buNone/>
            </a:pPr>
            <a:r>
              <a:rPr lang="en-US" sz="14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#4A5A57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490118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text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1600200"/>
            <a:ext cx="5577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in slides, so they look the same on every computer. The app and logo use Manrope (headings) and Inter (text), free from Google Fonts.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circle on light backgrounds, cream circle on dark. Leave space around it. Don’t stretch, recolour or add shadows. Keep the dot orange.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04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short and kind. Plain words. Never alarming.</a:t>
            </a:r>
            <a:endParaRPr lang="en-US" sz="1300" dirty="0"/>
          </a:p>
        </p:txBody>
      </p:sp>
      <p:pic>
        <p:nvPicPr>
          <p:cNvPr id="19" name="Image 0" descr="/tmp/claude-0/-home-user-say-it-once/392e9e2c-2c4f-5b4c-bd9a-59df6ddec877/scratchpad/logo/say-it-once-logo-circle-navy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4754880"/>
            <a:ext cx="868680" cy="8686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086600" y="4754880"/>
            <a:ext cx="868680" cy="868680"/>
          </a:xfrm>
          <a:prstGeom prst="rect">
            <a:avLst/>
          </a:prstGeom>
          <a:solidFill>
            <a:srgbClr val="20433E"/>
          </a:solidFill>
          <a:ln w="12700">
            <a:solidFill>
              <a:srgbClr val="20433E"/>
            </a:solidFill>
            <a:prstDash val="solid"/>
          </a:ln>
        </p:spPr>
      </p:sp>
      <p:pic>
        <p:nvPicPr>
          <p:cNvPr id="21" name="Image 1" descr="/tmp/claude-0/-home-user-say-it-once/392e9e2c-2c4f-5b4c-bd9a-59df6ddec877/scratchpad/logo/say-it-once-logo-circle-light-5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4828032"/>
            <a:ext cx="722376" cy="722376"/>
          </a:xfrm>
          <a:prstGeom prst="rect">
            <a:avLst/>
          </a:prstGeom>
        </p:spPr>
      </p:pic>
      <p:sp>
        <p:nvSpPr>
          <p:cNvPr id="23" name="Text 0"/>
          <p:cNvSpPr/>
          <p:nvPr>
            <p:ph idx="102" type="body" hasCustomPrompt="1"/>
          </p:nvPr>
        </p:nvSpPr>
        <p:spPr>
          <a:xfrm>
            <a:off x="548640" y="1645920"/>
            <a:ext cx="1109441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19963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8463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Say It Once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Say It Once presentation template</dc:title>
  <dc:subject>PptxGenJS Presentation</dc:subject>
  <dc:creator>Say It Once</dc:creator>
  <cp:lastModifiedBy>Say It Once</cp:lastModifiedBy>
  <cp:revision>1</cp:revision>
  <dcterms:created xsi:type="dcterms:W3CDTF">2026-09-27T22:25:12Z</dcterms:created>
  <dcterms:modified xsi:type="dcterms:W3CDTF">2026-09-27T22:25:12Z</dcterms:modified>
</cp:coreProperties>
</file>